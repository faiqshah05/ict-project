
<file path=[Content_Types].xml><?xml version="1.0" encoding="utf-8"?>
<Types xmlns="http://schemas.openxmlformats.org/package/2006/content-types">
  <Default Extension="bin" ContentType="image/unknown"/>
  <Default Extension="jfif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2"/>
    <p:sldId id="278" r:id="rId3"/>
    <p:sldId id="280" r:id="rId4"/>
    <p:sldId id="282" r:id="rId5"/>
    <p:sldId id="281" r:id="rId6"/>
    <p:sldId id="283" r:id="rId7"/>
    <p:sldId id="284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q Shah" userId="ab0eb5256c64cd73" providerId="LiveId" clId="{A34B1202-A508-4E47-BD4D-53C52DEF4E11}"/>
    <pc:docChg chg="delSld modSld">
      <pc:chgData name="Faiq Shah" userId="ab0eb5256c64cd73" providerId="LiveId" clId="{A34B1202-A508-4E47-BD4D-53C52DEF4E11}" dt="2026-05-31T16:06:36.398" v="68"/>
      <pc:docMkLst>
        <pc:docMk/>
      </pc:docMkLst>
      <pc:sldChg chg="del">
        <pc:chgData name="Faiq Shah" userId="ab0eb5256c64cd73" providerId="LiveId" clId="{A34B1202-A508-4E47-BD4D-53C52DEF4E11}" dt="2026-05-31T15:52:42.305" v="27" actId="2696"/>
        <pc:sldMkLst>
          <pc:docMk/>
          <pc:sldMk cId="0" sldId="256"/>
        </pc:sldMkLst>
      </pc:sldChg>
      <pc:sldChg chg="del">
        <pc:chgData name="Faiq Shah" userId="ab0eb5256c64cd73" providerId="LiveId" clId="{A34B1202-A508-4E47-BD4D-53C52DEF4E11}" dt="2026-05-31T15:52:51.627" v="28" actId="2696"/>
        <pc:sldMkLst>
          <pc:docMk/>
          <pc:sldMk cId="0" sldId="257"/>
        </pc:sldMkLst>
      </pc:sldChg>
      <pc:sldChg chg="del">
        <pc:chgData name="Faiq Shah" userId="ab0eb5256c64cd73" providerId="LiveId" clId="{A34B1202-A508-4E47-BD4D-53C52DEF4E11}" dt="2026-05-31T15:52:55.966" v="29" actId="2696"/>
        <pc:sldMkLst>
          <pc:docMk/>
          <pc:sldMk cId="0" sldId="258"/>
        </pc:sldMkLst>
      </pc:sldChg>
      <pc:sldChg chg="del">
        <pc:chgData name="Faiq Shah" userId="ab0eb5256c64cd73" providerId="LiveId" clId="{A34B1202-A508-4E47-BD4D-53C52DEF4E11}" dt="2026-05-31T15:53:04.168" v="30" actId="2696"/>
        <pc:sldMkLst>
          <pc:docMk/>
          <pc:sldMk cId="0" sldId="259"/>
        </pc:sldMkLst>
      </pc:sldChg>
      <pc:sldChg chg="del">
        <pc:chgData name="Faiq Shah" userId="ab0eb5256c64cd73" providerId="LiveId" clId="{A34B1202-A508-4E47-BD4D-53C52DEF4E11}" dt="2026-05-31T15:53:08.026" v="31" actId="2696"/>
        <pc:sldMkLst>
          <pc:docMk/>
          <pc:sldMk cId="0" sldId="260"/>
        </pc:sldMkLst>
      </pc:sldChg>
      <pc:sldChg chg="del">
        <pc:chgData name="Faiq Shah" userId="ab0eb5256c64cd73" providerId="LiveId" clId="{A34B1202-A508-4E47-BD4D-53C52DEF4E11}" dt="2026-05-31T15:53:11.820" v="32" actId="2696"/>
        <pc:sldMkLst>
          <pc:docMk/>
          <pc:sldMk cId="0" sldId="261"/>
        </pc:sldMkLst>
      </pc:sldChg>
      <pc:sldChg chg="del">
        <pc:chgData name="Faiq Shah" userId="ab0eb5256c64cd73" providerId="LiveId" clId="{A34B1202-A508-4E47-BD4D-53C52DEF4E11}" dt="2026-05-31T15:53:15.844" v="33" actId="2696"/>
        <pc:sldMkLst>
          <pc:docMk/>
          <pc:sldMk cId="0" sldId="262"/>
        </pc:sldMkLst>
      </pc:sldChg>
      <pc:sldChg chg="del">
        <pc:chgData name="Faiq Shah" userId="ab0eb5256c64cd73" providerId="LiveId" clId="{A34B1202-A508-4E47-BD4D-53C52DEF4E11}" dt="2026-05-31T15:53:54.906" v="44" actId="2696"/>
        <pc:sldMkLst>
          <pc:docMk/>
          <pc:sldMk cId="0" sldId="263"/>
        </pc:sldMkLst>
      </pc:sldChg>
      <pc:sldChg chg="del">
        <pc:chgData name="Faiq Shah" userId="ab0eb5256c64cd73" providerId="LiveId" clId="{A34B1202-A508-4E47-BD4D-53C52DEF4E11}" dt="2026-05-31T15:53:57.610" v="45" actId="2696"/>
        <pc:sldMkLst>
          <pc:docMk/>
          <pc:sldMk cId="0" sldId="264"/>
        </pc:sldMkLst>
      </pc:sldChg>
      <pc:sldChg chg="del">
        <pc:chgData name="Faiq Shah" userId="ab0eb5256c64cd73" providerId="LiveId" clId="{A34B1202-A508-4E47-BD4D-53C52DEF4E11}" dt="2026-05-31T15:54:00.294" v="46" actId="2696"/>
        <pc:sldMkLst>
          <pc:docMk/>
          <pc:sldMk cId="0" sldId="265"/>
        </pc:sldMkLst>
      </pc:sldChg>
      <pc:sldChg chg="del">
        <pc:chgData name="Faiq Shah" userId="ab0eb5256c64cd73" providerId="LiveId" clId="{A34B1202-A508-4E47-BD4D-53C52DEF4E11}" dt="2026-05-31T15:53:52.079" v="43" actId="2696"/>
        <pc:sldMkLst>
          <pc:docMk/>
          <pc:sldMk cId="0" sldId="266"/>
        </pc:sldMkLst>
      </pc:sldChg>
      <pc:sldChg chg="del">
        <pc:chgData name="Faiq Shah" userId="ab0eb5256c64cd73" providerId="LiveId" clId="{A34B1202-A508-4E47-BD4D-53C52DEF4E11}" dt="2026-05-31T15:53:48.709" v="42" actId="2696"/>
        <pc:sldMkLst>
          <pc:docMk/>
          <pc:sldMk cId="0" sldId="267"/>
        </pc:sldMkLst>
      </pc:sldChg>
      <pc:sldChg chg="del">
        <pc:chgData name="Faiq Shah" userId="ab0eb5256c64cd73" providerId="LiveId" clId="{A34B1202-A508-4E47-BD4D-53C52DEF4E11}" dt="2026-05-31T15:53:43.660" v="41" actId="2696"/>
        <pc:sldMkLst>
          <pc:docMk/>
          <pc:sldMk cId="0" sldId="268"/>
        </pc:sldMkLst>
      </pc:sldChg>
      <pc:sldChg chg="del">
        <pc:chgData name="Faiq Shah" userId="ab0eb5256c64cd73" providerId="LiveId" clId="{A34B1202-A508-4E47-BD4D-53C52DEF4E11}" dt="2026-05-31T15:53:40.708" v="40" actId="2696"/>
        <pc:sldMkLst>
          <pc:docMk/>
          <pc:sldMk cId="0" sldId="269"/>
        </pc:sldMkLst>
      </pc:sldChg>
      <pc:sldChg chg="del">
        <pc:chgData name="Faiq Shah" userId="ab0eb5256c64cd73" providerId="LiveId" clId="{A34B1202-A508-4E47-BD4D-53C52DEF4E11}" dt="2026-05-31T15:53:37.950" v="39" actId="2696"/>
        <pc:sldMkLst>
          <pc:docMk/>
          <pc:sldMk cId="0" sldId="270"/>
        </pc:sldMkLst>
      </pc:sldChg>
      <pc:sldChg chg="del">
        <pc:chgData name="Faiq Shah" userId="ab0eb5256c64cd73" providerId="LiveId" clId="{A34B1202-A508-4E47-BD4D-53C52DEF4E11}" dt="2026-05-31T15:53:34.898" v="38" actId="2696"/>
        <pc:sldMkLst>
          <pc:docMk/>
          <pc:sldMk cId="0" sldId="271"/>
        </pc:sldMkLst>
      </pc:sldChg>
      <pc:sldChg chg="del">
        <pc:chgData name="Faiq Shah" userId="ab0eb5256c64cd73" providerId="LiveId" clId="{A34B1202-A508-4E47-BD4D-53C52DEF4E11}" dt="2026-05-31T15:53:32.061" v="37" actId="2696"/>
        <pc:sldMkLst>
          <pc:docMk/>
          <pc:sldMk cId="0" sldId="272"/>
        </pc:sldMkLst>
      </pc:sldChg>
      <pc:sldChg chg="del">
        <pc:chgData name="Faiq Shah" userId="ab0eb5256c64cd73" providerId="LiveId" clId="{A34B1202-A508-4E47-BD4D-53C52DEF4E11}" dt="2026-05-31T15:53:25.893" v="35" actId="2696"/>
        <pc:sldMkLst>
          <pc:docMk/>
          <pc:sldMk cId="0" sldId="273"/>
        </pc:sldMkLst>
      </pc:sldChg>
      <pc:sldChg chg="del">
        <pc:chgData name="Faiq Shah" userId="ab0eb5256c64cd73" providerId="LiveId" clId="{A34B1202-A508-4E47-BD4D-53C52DEF4E11}" dt="2026-05-31T15:53:29.217" v="36" actId="2696"/>
        <pc:sldMkLst>
          <pc:docMk/>
          <pc:sldMk cId="0" sldId="274"/>
        </pc:sldMkLst>
      </pc:sldChg>
      <pc:sldChg chg="del">
        <pc:chgData name="Faiq Shah" userId="ab0eb5256c64cd73" providerId="LiveId" clId="{A34B1202-A508-4E47-BD4D-53C52DEF4E11}" dt="2026-05-31T15:53:22.512" v="34" actId="2696"/>
        <pc:sldMkLst>
          <pc:docMk/>
          <pc:sldMk cId="1185048438" sldId="275"/>
        </pc:sldMkLst>
      </pc:sldChg>
      <pc:sldChg chg="modSp mod modTransition">
        <pc:chgData name="Faiq Shah" userId="ab0eb5256c64cd73" providerId="LiveId" clId="{A34B1202-A508-4E47-BD4D-53C52DEF4E11}" dt="2026-05-31T16:06:02.951" v="62"/>
        <pc:sldMkLst>
          <pc:docMk/>
          <pc:sldMk cId="2542711993" sldId="278"/>
        </pc:sldMkLst>
        <pc:spChg chg="mod">
          <ac:chgData name="Faiq Shah" userId="ab0eb5256c64cd73" providerId="LiveId" clId="{A34B1202-A508-4E47-BD4D-53C52DEF4E11}" dt="2026-05-31T15:54:38.419" v="47" actId="255"/>
          <ac:spMkLst>
            <pc:docMk/>
            <pc:sldMk cId="2542711993" sldId="278"/>
            <ac:spMk id="15" creationId="{00000000-0000-0000-0000-000000000000}"/>
          </ac:spMkLst>
        </pc:spChg>
      </pc:sldChg>
      <pc:sldChg chg="modTransition">
        <pc:chgData name="Faiq Shah" userId="ab0eb5256c64cd73" providerId="LiveId" clId="{A34B1202-A508-4E47-BD4D-53C52DEF4E11}" dt="2026-05-31T16:06:18.627" v="64"/>
        <pc:sldMkLst>
          <pc:docMk/>
          <pc:sldMk cId="669548167" sldId="280"/>
        </pc:sldMkLst>
      </pc:sldChg>
      <pc:sldChg chg="modTransition">
        <pc:chgData name="Faiq Shah" userId="ab0eb5256c64cd73" providerId="LiveId" clId="{A34B1202-A508-4E47-BD4D-53C52DEF4E11}" dt="2026-05-31T16:06:26.298" v="66"/>
        <pc:sldMkLst>
          <pc:docMk/>
          <pc:sldMk cId="1182464342" sldId="281"/>
        </pc:sldMkLst>
      </pc:sldChg>
      <pc:sldChg chg="modTransition">
        <pc:chgData name="Faiq Shah" userId="ab0eb5256c64cd73" providerId="LiveId" clId="{A34B1202-A508-4E47-BD4D-53C52DEF4E11}" dt="2026-05-31T16:06:21.886" v="65"/>
        <pc:sldMkLst>
          <pc:docMk/>
          <pc:sldMk cId="3902049865" sldId="282"/>
        </pc:sldMkLst>
      </pc:sldChg>
      <pc:sldChg chg="modTransition">
        <pc:chgData name="Faiq Shah" userId="ab0eb5256c64cd73" providerId="LiveId" clId="{A34B1202-A508-4E47-BD4D-53C52DEF4E11}" dt="2026-05-31T16:06:32.156" v="67"/>
        <pc:sldMkLst>
          <pc:docMk/>
          <pc:sldMk cId="4233402084" sldId="283"/>
        </pc:sldMkLst>
      </pc:sldChg>
      <pc:sldChg chg="modTransition">
        <pc:chgData name="Faiq Shah" userId="ab0eb5256c64cd73" providerId="LiveId" clId="{A34B1202-A508-4E47-BD4D-53C52DEF4E11}" dt="2026-05-31T16:06:36.398" v="68"/>
        <pc:sldMkLst>
          <pc:docMk/>
          <pc:sldMk cId="297450641" sldId="284"/>
        </pc:sldMkLst>
      </pc:sldChg>
      <pc:sldChg chg="modSp mod modTransition">
        <pc:chgData name="Faiq Shah" userId="ab0eb5256c64cd73" providerId="LiveId" clId="{A34B1202-A508-4E47-BD4D-53C52DEF4E11}" dt="2026-05-31T16:06:08.119" v="63"/>
        <pc:sldMkLst>
          <pc:docMk/>
          <pc:sldMk cId="3440429696" sldId="286"/>
        </pc:sldMkLst>
        <pc:spChg chg="mod">
          <ac:chgData name="Faiq Shah" userId="ab0eb5256c64cd73" providerId="LiveId" clId="{A34B1202-A508-4E47-BD4D-53C52DEF4E11}" dt="2026-05-31T16:05:03.974" v="48" actId="20577"/>
          <ac:spMkLst>
            <pc:docMk/>
            <pc:sldMk cId="3440429696" sldId="28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356000" y="1167840"/>
            <a:ext cx="4408560" cy="168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5632200" y="317520"/>
            <a:ext cx="3132360" cy="258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6802920" cy="513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66680" y="927000"/>
            <a:ext cx="7009920" cy="123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Google Shape;129;p16"/>
          <p:cNvSpPr/>
          <p:nvPr/>
        </p:nvSpPr>
        <p:spPr>
          <a:xfrm rot="10644000" flipH="1">
            <a:off x="3845520" y="-480600"/>
            <a:ext cx="6154920" cy="2239920"/>
          </a:xfrm>
          <a:custGeom>
            <a:avLst/>
            <a:gdLst>
              <a:gd name="textAreaLeft" fmla="*/ -360 w 6154920"/>
              <a:gd name="textAreaRight" fmla="*/ 6154920 w 6154920"/>
              <a:gd name="textAreaTop" fmla="*/ 0 h 2239920"/>
              <a:gd name="textAreaBottom" fmla="*/ 2240280 h 223992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130;p16"/>
          <p:cNvSpPr/>
          <p:nvPr/>
        </p:nvSpPr>
        <p:spPr>
          <a:xfrm rot="10381200" flipH="1">
            <a:off x="4418280" y="-402480"/>
            <a:ext cx="5486760" cy="2166120"/>
          </a:xfrm>
          <a:custGeom>
            <a:avLst/>
            <a:gdLst>
              <a:gd name="textAreaLeft" fmla="*/ -360 w 5486760"/>
              <a:gd name="textAreaRight" fmla="*/ 5486760 w 5486760"/>
              <a:gd name="textAreaTop" fmla="*/ 0 h 2166120"/>
              <a:gd name="textAreaBottom" fmla="*/ 2166480 h 2166120"/>
            </a:gdLst>
            <a:ahLst/>
            <a:cxnLst/>
            <a:rect l="textAreaLeft" t="textAreaTop" r="textAreaRight" b="textAreaBottom"/>
            <a:pathLst>
              <a:path w="221112" h="72454">
                <a:moveTo>
                  <a:pt x="221112" y="442"/>
                </a:moveTo>
                <a:cubicBezTo>
                  <a:pt x="218816" y="178"/>
                  <a:pt x="216520" y="1"/>
                  <a:pt x="214268" y="1"/>
                </a:cubicBezTo>
                <a:cubicBezTo>
                  <a:pt x="155193" y="1"/>
                  <a:pt x="135237" y="72454"/>
                  <a:pt x="0" y="72454"/>
                </a:cubicBezTo>
                <a:lnTo>
                  <a:pt x="221112" y="72454"/>
                </a:lnTo>
                <a:close/>
              </a:path>
            </a:pathLst>
          </a:custGeom>
          <a:solidFill>
            <a:schemeClr val="dk2">
              <a:alpha val="69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131;p16"/>
          <p:cNvSpPr/>
          <p:nvPr/>
        </p:nvSpPr>
        <p:spPr>
          <a:xfrm rot="21444000" flipH="1">
            <a:off x="-486000" y="3374280"/>
            <a:ext cx="5949720" cy="2165760"/>
          </a:xfrm>
          <a:custGeom>
            <a:avLst/>
            <a:gdLst>
              <a:gd name="textAreaLeft" fmla="*/ -360 w 5949720"/>
              <a:gd name="textAreaRight" fmla="*/ 5949720 w 5949720"/>
              <a:gd name="textAreaTop" fmla="*/ 0 h 2165760"/>
              <a:gd name="textAreaBottom" fmla="*/ 2166120 h 216576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132;p16"/>
          <p:cNvSpPr/>
          <p:nvPr/>
        </p:nvSpPr>
        <p:spPr>
          <a:xfrm rot="21180600" flipH="1">
            <a:off x="-392760" y="3370680"/>
            <a:ext cx="5303880" cy="2093400"/>
          </a:xfrm>
          <a:custGeom>
            <a:avLst/>
            <a:gdLst>
              <a:gd name="textAreaLeft" fmla="*/ -360 w 5303880"/>
              <a:gd name="textAreaRight" fmla="*/ 5303880 w 5303880"/>
              <a:gd name="textAreaTop" fmla="*/ 0 h 2093400"/>
              <a:gd name="textAreaBottom" fmla="*/ 2093760 h 2093400"/>
            </a:gdLst>
            <a:ahLst/>
            <a:cxnLst/>
            <a:rect l="textAreaLeft" t="textAreaTop" r="textAreaRight" b="textAreaBottom"/>
            <a:pathLst>
              <a:path w="221112" h="72454">
                <a:moveTo>
                  <a:pt x="221112" y="442"/>
                </a:moveTo>
                <a:cubicBezTo>
                  <a:pt x="218816" y="178"/>
                  <a:pt x="216520" y="1"/>
                  <a:pt x="214268" y="1"/>
                </a:cubicBezTo>
                <a:cubicBezTo>
                  <a:pt x="155193" y="1"/>
                  <a:pt x="135237" y="72454"/>
                  <a:pt x="0" y="72454"/>
                </a:cubicBezTo>
                <a:lnTo>
                  <a:pt x="221112" y="72454"/>
                </a:lnTo>
                <a:close/>
              </a:path>
            </a:pathLst>
          </a:custGeom>
          <a:solidFill>
            <a:schemeClr val="dk2">
              <a:alpha val="69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201200" y="459360"/>
            <a:ext cx="4525920" cy="197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309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0000" y="548640"/>
            <a:ext cx="7703640" cy="594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20000" y="1103400"/>
            <a:ext cx="7703640" cy="3546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Google Shape;27;p4"/>
          <p:cNvSpPr/>
          <p:nvPr/>
        </p:nvSpPr>
        <p:spPr>
          <a:xfrm rot="21379800">
            <a:off x="4140360" y="-2378160"/>
            <a:ext cx="12883680" cy="2642400"/>
          </a:xfrm>
          <a:custGeom>
            <a:avLst/>
            <a:gdLst>
              <a:gd name="textAreaLeft" fmla="*/ 0 w 12883680"/>
              <a:gd name="textAreaRight" fmla="*/ 12884040 w 12883680"/>
              <a:gd name="textAreaTop" fmla="*/ 0 h 2642400"/>
              <a:gd name="textAreaBottom" fmla="*/ 2642760 h 2642400"/>
            </a:gdLst>
            <a:ahLst/>
            <a:cxnLst/>
            <a:rect l="textAreaLeft" t="textAreaTop" r="textAreaRight" b="textAreaBottom"/>
            <a:pathLst>
              <a:path w="249105" h="67994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73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28;p4"/>
          <p:cNvSpPr/>
          <p:nvPr/>
        </p:nvSpPr>
        <p:spPr>
          <a:xfrm>
            <a:off x="4801680" y="-1512000"/>
            <a:ext cx="12883320" cy="2162880"/>
          </a:xfrm>
          <a:custGeom>
            <a:avLst/>
            <a:gdLst>
              <a:gd name="textAreaLeft" fmla="*/ 0 w 12883320"/>
              <a:gd name="textAreaRight" fmla="*/ 12883680 w 12883320"/>
              <a:gd name="textAreaTop" fmla="*/ 0 h 2162880"/>
              <a:gd name="textAreaBottom" fmla="*/ 2163240 h 2162880"/>
            </a:gdLst>
            <a:ahLst/>
            <a:cxnLst/>
            <a:rect l="textAreaLeft" t="textAreaTop" r="textAreaRight" b="textAreaBottom"/>
            <a:pathLst>
              <a:path w="249105" h="67994">
                <a:moveTo>
                  <a:pt x="0" y="43533"/>
                </a:moveTo>
                <a:cubicBezTo>
                  <a:pt x="32584" y="43533"/>
                  <a:pt x="61989" y="67993"/>
                  <a:pt x="90953" y="67993"/>
                </a:cubicBezTo>
                <a:cubicBezTo>
                  <a:pt x="143228" y="67993"/>
                  <a:pt x="170382" y="0"/>
                  <a:pt x="249104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29;p4"/>
          <p:cNvSpPr/>
          <p:nvPr/>
        </p:nvSpPr>
        <p:spPr>
          <a:xfrm rot="1828800">
            <a:off x="-2188800" y="-2399400"/>
            <a:ext cx="12936960" cy="12775680"/>
          </a:xfrm>
          <a:custGeom>
            <a:avLst/>
            <a:gdLst>
              <a:gd name="textAreaLeft" fmla="*/ 0 w 12936960"/>
              <a:gd name="textAreaRight" fmla="*/ 12937320 w 12936960"/>
              <a:gd name="textAreaTop" fmla="*/ 0 h 12775680"/>
              <a:gd name="textAreaBottom" fmla="*/ 12776040 h 1277568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30;p4"/>
          <p:cNvSpPr/>
          <p:nvPr/>
        </p:nvSpPr>
        <p:spPr>
          <a:xfrm rot="1828800">
            <a:off x="-228240" y="-2178000"/>
            <a:ext cx="12936960" cy="12775680"/>
          </a:xfrm>
          <a:custGeom>
            <a:avLst/>
            <a:gdLst>
              <a:gd name="textAreaLeft" fmla="*/ 0 w 12936960"/>
              <a:gd name="textAreaRight" fmla="*/ 12937320 w 12936960"/>
              <a:gd name="textAreaTop" fmla="*/ 0 h 12775680"/>
              <a:gd name="textAreaBottom" fmla="*/ 12776040 h 12775680"/>
            </a:gdLst>
            <a:ahLst/>
            <a:cxnLst/>
            <a:rect l="textAreaLeft" t="textAreaTop" r="textAreaRight" b="textAreaBottom"/>
            <a:pathLst>
              <a:path w="274713" h="156651">
                <a:moveTo>
                  <a:pt x="1" y="156650"/>
                </a:moveTo>
                <a:lnTo>
                  <a:pt x="274713" y="156650"/>
                </a:lnTo>
                <a:lnTo>
                  <a:pt x="274713" y="1"/>
                </a:lnTo>
                <a:cubicBezTo>
                  <a:pt x="188970" y="132455"/>
                  <a:pt x="75677" y="78193"/>
                  <a:pt x="1" y="156650"/>
                </a:cubicBezTo>
                <a:close/>
              </a:path>
            </a:pathLst>
          </a:custGeom>
          <a:solidFill>
            <a:schemeClr val="dk2">
              <a:alpha val="47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320040"/>
            <a:ext cx="8520120" cy="150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Google Shape;528;p61"/>
          <p:cNvSpPr/>
          <p:nvPr/>
        </p:nvSpPr>
        <p:spPr>
          <a:xfrm>
            <a:off x="720000" y="3174480"/>
            <a:ext cx="2762640" cy="10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including icons, infographics &amp; images by 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8" r="12818"/>
          <a:stretch/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pic>
        <p:nvPicPr>
          <p:cNvPr id="9" name="BG" hidden="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shadow"/>
          <p:cNvSpPr/>
          <p:nvPr/>
        </p:nvSpPr>
        <p:spPr>
          <a:xfrm>
            <a:off x="0" y="0"/>
            <a:ext cx="7399866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14" name="shadow"/>
          <p:cNvSpPr/>
          <p:nvPr/>
        </p:nvSpPr>
        <p:spPr>
          <a:xfrm>
            <a:off x="1" y="0"/>
            <a:ext cx="572770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4" name="Rectangle 3"/>
          <p:cNvSpPr/>
          <p:nvPr/>
        </p:nvSpPr>
        <p:spPr>
          <a:xfrm>
            <a:off x="336760" y="414352"/>
            <a:ext cx="31478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 err="1">
                <a:solidFill>
                  <a:srgbClr val="F5A623"/>
                </a:solidFill>
                <a:latin typeface="Arial Black" panose="020B0A04020102020204" pitchFamily="34" charset="0"/>
              </a:rPr>
              <a:t>WanderWorld</a:t>
            </a:r>
            <a:endParaRPr lang="en-US" sz="3200" dirty="0">
              <a:solidFill>
                <a:srgbClr val="F5A623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6760" y="1110279"/>
            <a:ext cx="3036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Travel Website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6760" y="1531320"/>
            <a:ext cx="70631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Name: (</a:t>
            </a:r>
            <a:r>
              <a:rPr lang="en-US" dirty="0">
                <a:solidFill>
                  <a:schemeClr val="bg1"/>
                </a:solidFill>
              </a:rPr>
              <a:t>Irsa Hareem, Eman Saeed, Muhammad Faiq Shah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Roll No: (</a:t>
            </a:r>
            <a:r>
              <a:rPr lang="en-US" dirty="0">
                <a:solidFill>
                  <a:schemeClr val="bg1"/>
                </a:solidFill>
              </a:rPr>
              <a:t>2600008,2600010,249563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Subject: </a:t>
            </a:r>
            <a:r>
              <a:rPr lang="en-US" dirty="0">
                <a:solidFill>
                  <a:schemeClr val="bg1"/>
                </a:solidFill>
              </a:rPr>
              <a:t>ICT Lab - Front end Website Development</a:t>
            </a:r>
            <a:br>
              <a:rPr lang="en-US" dirty="0">
                <a:solidFill>
                  <a:schemeClr val="bg1"/>
                </a:solidFill>
              </a:rPr>
            </a:b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42969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BG" hidden="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8" r="12818"/>
          <a:stretch/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17" name="shadow"/>
          <p:cNvSpPr/>
          <p:nvPr/>
        </p:nvSpPr>
        <p:spPr>
          <a:xfrm>
            <a:off x="0" y="0"/>
            <a:ext cx="700278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sz="3200" b="1" dirty="0">
              <a:latin typeface="Arial Black" panose="020B0A04020102020204" pitchFamily="34" charset="0"/>
            </a:endParaRPr>
          </a:p>
        </p:txBody>
      </p:sp>
      <p:sp>
        <p:nvSpPr>
          <p:cNvPr id="12" name="shadow"/>
          <p:cNvSpPr/>
          <p:nvPr/>
        </p:nvSpPr>
        <p:spPr>
          <a:xfrm>
            <a:off x="0" y="0"/>
            <a:ext cx="570738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0" y="224858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0" y="224858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2595" y="340658"/>
            <a:ext cx="391222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tabLst>
                <a:tab pos="0" algn="l"/>
              </a:tabLst>
            </a:pPr>
            <a:r>
              <a:rPr lang="en-US" sz="3200" b="1" dirty="0">
                <a:solidFill>
                  <a:srgbClr val="F5A623"/>
                </a:solidFill>
              </a:rPr>
              <a:t>Explore The World </a:t>
            </a:r>
          </a:p>
          <a:p>
            <a:pPr algn="just">
              <a:tabLst>
                <a:tab pos="0" algn="l"/>
              </a:tabLst>
            </a:pPr>
            <a:r>
              <a:rPr lang="en-US" sz="3200" b="1" dirty="0">
                <a:solidFill>
                  <a:srgbClr val="F5A623"/>
                </a:solidFill>
              </a:rPr>
              <a:t>With </a:t>
            </a:r>
            <a:r>
              <a:rPr lang="en-US" sz="3200" b="1" dirty="0" err="1">
                <a:solidFill>
                  <a:srgbClr val="F5A623"/>
                </a:solidFill>
              </a:rPr>
              <a:t>WanderWorld</a:t>
            </a:r>
            <a:endParaRPr lang="en-US" sz="3200" b="1" dirty="0">
              <a:solidFill>
                <a:srgbClr val="F5A623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2595" y="1571476"/>
            <a:ext cx="40689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Discover breathtaking destinations, plan your dream trips, and create unforgettable memories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595" y="2741027"/>
            <a:ext cx="51492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Your journey starts here - explore, dream, and travel smarter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27119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1" name="shadow"/>
          <p:cNvSpPr/>
          <p:nvPr/>
        </p:nvSpPr>
        <p:spPr>
          <a:xfrm>
            <a:off x="0" y="0"/>
            <a:ext cx="615696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42" name="shadow"/>
          <p:cNvSpPr/>
          <p:nvPr/>
        </p:nvSpPr>
        <p:spPr>
          <a:xfrm>
            <a:off x="1" y="-1"/>
            <a:ext cx="5364479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43" name="Rectangle 42"/>
          <p:cNvSpPr/>
          <p:nvPr/>
        </p:nvSpPr>
        <p:spPr>
          <a:xfrm>
            <a:off x="284271" y="245187"/>
            <a:ext cx="1740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rgbClr val="F5A623"/>
                </a:solidFill>
                <a:latin typeface="Arial Black" panose="020B0A04020102020204" pitchFamily="34" charset="0"/>
              </a:rPr>
              <a:t>Introduction</a:t>
            </a:r>
            <a:endParaRPr lang="en-US" dirty="0">
              <a:solidFill>
                <a:srgbClr val="F5A623"/>
              </a:solidFill>
              <a:latin typeface="Arial Black" panose="020B0A04020102020204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84273" y="696152"/>
            <a:ext cx="4084527" cy="612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WanderWorld</a:t>
            </a:r>
            <a:r>
              <a:rPr lang="en-US" sz="1200" dirty="0">
                <a:solidFill>
                  <a:schemeClr val="bg1"/>
                </a:solidFill>
              </a:rPr>
              <a:t> is a modern travel website designed to help users explore destinations around the world easily.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4271" y="1389940"/>
            <a:ext cx="4084528" cy="612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It provides travel inspiration, destination details, and contact options in a simple and user-friendly interface.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4272" y="2083728"/>
            <a:ext cx="4084527" cy="612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goal of this project is to create a visually attractive and easy-to-use travel platform.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4270" y="2942467"/>
            <a:ext cx="2620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rgbClr val="F5A623"/>
                </a:solidFill>
                <a:latin typeface="Arial Black" panose="020B0A04020102020204" pitchFamily="34" charset="0"/>
              </a:rPr>
              <a:t>Problem Statement</a:t>
            </a:r>
            <a:endParaRPr lang="en-US" dirty="0">
              <a:solidFill>
                <a:srgbClr val="F5A623"/>
              </a:solidFill>
              <a:latin typeface="Arial Black" panose="020B0A0402010202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84272" y="3393432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Overloaded with information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4270" y="3875995"/>
            <a:ext cx="4084528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Difficult to navigate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4271" y="4358558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Not visually engaging</a:t>
            </a:r>
          </a:p>
        </p:txBody>
      </p:sp>
    </p:spTree>
    <p:extLst>
      <p:ext uri="{BB962C8B-B14F-4D97-AF65-F5344CB8AC3E}">
        <p14:creationId xmlns:p14="http://schemas.microsoft.com/office/powerpoint/2010/main" val="66954816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-12916"/>
            <a:ext cx="9189924" cy="5169332"/>
          </a:xfrm>
          <a:prstGeom prst="rect">
            <a:avLst/>
          </a:prstGeom>
        </p:spPr>
      </p:pic>
      <p:sp>
        <p:nvSpPr>
          <p:cNvPr id="7" name="shadow"/>
          <p:cNvSpPr/>
          <p:nvPr/>
        </p:nvSpPr>
        <p:spPr>
          <a:xfrm>
            <a:off x="0" y="0"/>
            <a:ext cx="656082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8" name="shadow"/>
          <p:cNvSpPr/>
          <p:nvPr/>
        </p:nvSpPr>
        <p:spPr>
          <a:xfrm>
            <a:off x="1" y="-23993"/>
            <a:ext cx="5867399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9" name="Rectangle 8"/>
          <p:cNvSpPr/>
          <p:nvPr/>
        </p:nvSpPr>
        <p:spPr>
          <a:xfrm>
            <a:off x="267338" y="244650"/>
            <a:ext cx="23753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rgbClr val="F5A623"/>
                </a:solidFill>
                <a:latin typeface="Arial Black" panose="020B0A04020102020204" pitchFamily="34" charset="0"/>
              </a:rPr>
              <a:t>Project Objective</a:t>
            </a:r>
            <a:endParaRPr lang="en-US" dirty="0">
              <a:solidFill>
                <a:srgbClr val="F5A623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7340" y="687685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To create a simple and attractive travel website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338" y="1167769"/>
            <a:ext cx="4084528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To provide easy navigation between pages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39" y="1650332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To display popular travel destinations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339" y="2132895"/>
            <a:ext cx="40845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To improve user experience through clean UI design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338" y="2586869"/>
            <a:ext cx="27080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rgbClr val="F5A623"/>
                </a:solidFill>
                <a:latin typeface="Arial Black" panose="020B0A04020102020204" pitchFamily="34" charset="0"/>
              </a:rPr>
              <a:t>Features of Website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340" y="3019730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Home Page with hero section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338" y="3499814"/>
            <a:ext cx="4084528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Travel information cards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339" y="3982377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Popular destinations 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339" y="4464940"/>
            <a:ext cx="40845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Simple navigation system</a:t>
            </a:r>
          </a:p>
        </p:txBody>
      </p:sp>
    </p:spTree>
    <p:extLst>
      <p:ext uri="{BB962C8B-B14F-4D97-AF65-F5344CB8AC3E}">
        <p14:creationId xmlns:p14="http://schemas.microsoft.com/office/powerpoint/2010/main" val="390204986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-1" y="-12916"/>
            <a:ext cx="9189924" cy="5169332"/>
          </a:xfrm>
          <a:prstGeom prst="rect">
            <a:avLst/>
          </a:prstGeom>
        </p:spPr>
      </p:pic>
      <p:pic>
        <p:nvPicPr>
          <p:cNvPr id="4" name="BG" hidden="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-12916"/>
            <a:ext cx="9189924" cy="5169332"/>
          </a:xfrm>
          <a:prstGeom prst="rect">
            <a:avLst/>
          </a:prstGeom>
        </p:spPr>
      </p:pic>
      <p:sp>
        <p:nvSpPr>
          <p:cNvPr id="5" name="shadow"/>
          <p:cNvSpPr/>
          <p:nvPr/>
        </p:nvSpPr>
        <p:spPr>
          <a:xfrm>
            <a:off x="0" y="-12916"/>
            <a:ext cx="6507480" cy="5156416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6" name="shadow"/>
          <p:cNvSpPr/>
          <p:nvPr/>
        </p:nvSpPr>
        <p:spPr>
          <a:xfrm>
            <a:off x="-2" y="-12916"/>
            <a:ext cx="5074921" cy="5169332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7" name="Rectangle 6"/>
          <p:cNvSpPr/>
          <p:nvPr/>
        </p:nvSpPr>
        <p:spPr>
          <a:xfrm>
            <a:off x="267338" y="242715"/>
            <a:ext cx="2479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rgbClr val="F5A623"/>
                </a:solidFill>
                <a:latin typeface="Arial Black" panose="020B0A04020102020204" pitchFamily="34" charset="0"/>
              </a:rPr>
              <a:t>Pages 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338" y="1167769"/>
            <a:ext cx="4084528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Hero section with tagline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339" y="1650332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“Why Travel With Us” feature cards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340" y="2574760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List of popular travel destinations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338" y="3054844"/>
            <a:ext cx="4084528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Images, descriptions, and pricing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339" y="3982377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Contact form (Name, Email, Message)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339" y="4464940"/>
            <a:ext cx="40845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Company contact details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338" y="726924"/>
            <a:ext cx="1518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chemeClr val="bg1"/>
                </a:solidFill>
              </a:rPr>
              <a:t>Home Page: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338" y="2139283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chemeClr val="bg1"/>
                </a:solidFill>
              </a:rPr>
              <a:t>Destinations Page: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338" y="3523973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chemeClr val="bg1"/>
                </a:solidFill>
              </a:rPr>
              <a:t>Contact Page:</a:t>
            </a:r>
          </a:p>
        </p:txBody>
      </p:sp>
    </p:spTree>
    <p:extLst>
      <p:ext uri="{BB962C8B-B14F-4D97-AF65-F5344CB8AC3E}">
        <p14:creationId xmlns:p14="http://schemas.microsoft.com/office/powerpoint/2010/main" val="118246434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-12916"/>
            <a:ext cx="9189924" cy="5169332"/>
          </a:xfrm>
          <a:prstGeom prst="rect">
            <a:avLst/>
          </a:prstGeom>
        </p:spPr>
      </p:pic>
      <p:sp>
        <p:nvSpPr>
          <p:cNvPr id="5" name="shadow"/>
          <p:cNvSpPr/>
          <p:nvPr/>
        </p:nvSpPr>
        <p:spPr>
          <a:xfrm>
            <a:off x="0" y="0"/>
            <a:ext cx="733806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6" name="shadow"/>
          <p:cNvSpPr/>
          <p:nvPr/>
        </p:nvSpPr>
        <p:spPr>
          <a:xfrm>
            <a:off x="0" y="-12916"/>
            <a:ext cx="464058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7" name="Rectangle 6"/>
          <p:cNvSpPr/>
          <p:nvPr/>
        </p:nvSpPr>
        <p:spPr>
          <a:xfrm>
            <a:off x="267338" y="289666"/>
            <a:ext cx="3147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rgbClr val="F5A623"/>
                </a:solidFill>
                <a:latin typeface="Arial Black" panose="020B0A04020102020204" pitchFamily="34" charset="0"/>
              </a:rPr>
              <a:t>Design Concept (UI/UX)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338" y="671914"/>
            <a:ext cx="4084528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Clean and minimal layout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339" y="1154477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Large visuals for engagement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340" y="1691387"/>
            <a:ext cx="4084527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Simple navigation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338" y="2171471"/>
            <a:ext cx="4084528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Card-based UI for destinations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39" y="2651555"/>
            <a:ext cx="40845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User-friendly structure </a:t>
            </a:r>
          </a:p>
        </p:txBody>
      </p:sp>
    </p:spTree>
    <p:extLst>
      <p:ext uri="{BB962C8B-B14F-4D97-AF65-F5344CB8AC3E}">
        <p14:creationId xmlns:p14="http://schemas.microsoft.com/office/powerpoint/2010/main" val="423340208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-25832"/>
            <a:ext cx="9189924" cy="5169332"/>
          </a:xfrm>
          <a:prstGeom prst="rect">
            <a:avLst/>
          </a:prstGeom>
        </p:spPr>
      </p:pic>
      <p:sp>
        <p:nvSpPr>
          <p:cNvPr id="5" name="shadow"/>
          <p:cNvSpPr/>
          <p:nvPr/>
        </p:nvSpPr>
        <p:spPr>
          <a:xfrm>
            <a:off x="0" y="0"/>
            <a:ext cx="707898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6" name="shadow"/>
          <p:cNvSpPr/>
          <p:nvPr/>
        </p:nvSpPr>
        <p:spPr>
          <a:xfrm>
            <a:off x="0" y="-12916"/>
            <a:ext cx="591312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PH" dirty="0"/>
          </a:p>
        </p:txBody>
      </p:sp>
      <p:sp>
        <p:nvSpPr>
          <p:cNvPr id="14" name="Rectangle 13"/>
          <p:cNvSpPr/>
          <p:nvPr/>
        </p:nvSpPr>
        <p:spPr>
          <a:xfrm>
            <a:off x="280552" y="283504"/>
            <a:ext cx="15765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rgbClr val="F5A623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552" y="665752"/>
            <a:ext cx="3928534" cy="889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 err="1">
                <a:solidFill>
                  <a:schemeClr val="bg1"/>
                </a:solidFill>
              </a:rPr>
              <a:t>WanderWorld</a:t>
            </a:r>
            <a:r>
              <a:rPr lang="en-US" sz="1200" dirty="0">
                <a:solidFill>
                  <a:schemeClr val="bg1"/>
                </a:solidFill>
              </a:rPr>
              <a:t> is a simple but effective travel website project that demonstrates web development fundamentals using HTML, CSS, and JavaScript.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552" y="1716464"/>
            <a:ext cx="3928534" cy="889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bg1"/>
                </a:solidFill>
              </a:rPr>
              <a:t>It focuses on user experience, clean design, and easy navigation, making it a strong foundation for a real-world travel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552" y="3353938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chemeClr val="bg1"/>
                </a:solidFill>
                <a:latin typeface="Lato"/>
                <a:ea typeface="Lato"/>
              </a:rPr>
              <a:t> Does anyone have any questions</a:t>
            </a:r>
            <a:r>
              <a:rPr lang="en" sz="1200" dirty="0">
                <a:solidFill>
                  <a:schemeClr val="bg1"/>
                </a:solidFill>
                <a:latin typeface="Lato"/>
                <a:ea typeface="Lato"/>
              </a:rPr>
              <a:t>?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0552" y="2864362"/>
            <a:ext cx="1594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b="1" dirty="0">
                <a:solidFill>
                  <a:srgbClr val="F5A623"/>
                </a:solidFill>
                <a:latin typeface="Arial Black" panose="020B0A040201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74506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XL Hotel Marketing by Slidesgo">
  <a:themeElements>
    <a:clrScheme name="Simple Light">
      <a:dk1>
        <a:srgbClr val="000000"/>
      </a:dk1>
      <a:lt1>
        <a:srgbClr val="FFFFFF"/>
      </a:lt1>
      <a:dk2>
        <a:srgbClr val="337E90"/>
      </a:dk2>
      <a:lt2>
        <a:srgbClr val="9FC3CB"/>
      </a:lt2>
      <a:accent1>
        <a:srgbClr val="E1E7EC"/>
      </a:accent1>
      <a:accent2>
        <a:srgbClr val="212121"/>
      </a:accent2>
      <a:accent3>
        <a:srgbClr val="78909C"/>
      </a:accent3>
      <a:accent4>
        <a:srgbClr val="D7DFE5"/>
      </a:accent4>
      <a:accent5>
        <a:srgbClr val="9FC3CB"/>
      </a:accent5>
      <a:accent6>
        <a:srgbClr val="78909C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</TotalTime>
  <Words>302</Words>
  <Application>Microsoft Office PowerPoint</Application>
  <PresentationFormat>On-screen Show (16:9)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Black</vt:lpstr>
      <vt:lpstr>Lato</vt:lpstr>
      <vt:lpstr>Open Sans</vt:lpstr>
      <vt:lpstr>OpenSymbol</vt:lpstr>
      <vt:lpstr>Symbol</vt:lpstr>
      <vt:lpstr>Wingdings</vt:lpstr>
      <vt:lpstr>XL Hotel Marketing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Hoorain</dc:creator>
  <cp:lastModifiedBy>Faiq Shah</cp:lastModifiedBy>
  <cp:revision>24</cp:revision>
  <dcterms:modified xsi:type="dcterms:W3CDTF">2026-05-31T16:06:42Z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2026-05-31T12:36:55Z</dcterms:created>
  <dc:creator>Unknown Creator</dc:creator>
  <dc:description/>
  <dc:language>en-US</dc:language>
  <cp:lastModifiedBy>Unknown Creator</cp:lastModifiedBy>
  <dcterms:modified xsi:type="dcterms:W3CDTF">2026-05-31T12:36:55Z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